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563C6-DAF3-970C-B14B-B4ED597A4BE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24550" y="6672580"/>
            <a:ext cx="3603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ro-RO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7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DataProcessing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A0A8C0"/>
                </a:solidFill>
              </a:rPr>
              <a:t>Architecture &amp;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657600"/>
            <a:ext cx="10972800" cy="13716"/>
          </a:xfrm>
          <a:prstGeom prst="rect">
            <a:avLst/>
          </a:prstGeom>
          <a:solidFill>
            <a:srgbClr val="6E7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0A8"/>
                </a:solidFill>
              </a:rPr>
              <a:t>Databricks DLT  ·  Unity Catalog  ·  AI Agent  ·  Lakeview Dashboards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B90A8"/>
                </a:solidFill>
              </a:rPr>
              <a:t>JustEricGR / databricksProjectDataSource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13716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377440"/>
            <a:ext cx="1645920" cy="1005840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25146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GitHub
CSV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2377440"/>
            <a:ext cx="1645920" cy="100584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39" y="25146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Bronze
DLT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377440"/>
            <a:ext cx="1645920" cy="1005840"/>
          </a:xfrm>
          <a:prstGeom prst="rect">
            <a:avLst/>
          </a:prstGeom>
          <a:solidFill>
            <a:srgbClr val="A0A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39" y="25146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Silver
DLT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377440"/>
            <a:ext cx="1645920" cy="1005840"/>
          </a:xfrm>
          <a:prstGeom prst="rect">
            <a:avLst/>
          </a:prstGeom>
          <a:solidFill>
            <a:srgbClr val="6E7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06440" y="25146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AI Agent
(Llama 3.3)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377440"/>
            <a:ext cx="1645920" cy="100584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25146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Gold
DLT Views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2377440"/>
            <a:ext cx="1645920" cy="100584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40" y="25146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117"/>
                </a:solidFill>
              </a:rPr>
              <a:t>Lakeview
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697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0A8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97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0A8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697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0A8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697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0A8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974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8B90A8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3749039"/>
            <a:ext cx="8046720" cy="457200"/>
          </a:xfrm>
          <a:prstGeom prst="rect">
            <a:avLst/>
          </a:prstGeom>
          <a:solidFill>
            <a:srgbClr val="1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0" y="3813048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Databricks Job:   bronze  →  silver  →  ai_agent  (agent triggers gold selectively)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dataSource/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DLT incremental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DLT incremental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selective refresh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75 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5 domains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754880"/>
            <a:ext cx="173736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818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17 CSVs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51389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Source files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4754880"/>
            <a:ext cx="173736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94560" y="4818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17 tables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51389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Bronze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4754880"/>
            <a:ext cx="173736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800" y="4818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17 tables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1389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Silver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4754880"/>
            <a:ext cx="173736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35040" y="4818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&lt;5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1389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New table run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4754880"/>
            <a:ext cx="173736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55280" y="4818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75 views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51389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Gold analytics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20" y="4754880"/>
            <a:ext cx="1737360" cy="7315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875520" y="48188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 dashboards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51389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0A8"/>
                </a:solidFill>
              </a:rPr>
              <a:t>Lakeview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B429"/>
                </a:solidFill>
              </a:rPr>
              <a:t>500-table metastore limit enforced — quota checked before every operation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 Ingestion — Bronze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Pipeline: data_ingestion_git  ·  DLT  ·  Unity Catalog: dataingestionproject.bronze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13716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03520" cy="4389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D7F32"/>
                </a:solidFill>
              </a:rP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274320" cy="2743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GitHub Actions detects pushed CSV(s) in dataSource/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50008"/>
            <a:ext cx="274320" cy="2743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3500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500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Passes changed_files param to Databricks job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79776"/>
            <a:ext cx="274320" cy="2743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7797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7977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ingest.py fetches file list from GitHub Contents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09544"/>
            <a:ext cx="274320" cy="2743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095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Incremental: only processes new/changed CSVs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639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3931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Full fallback: re-ingests all CSVs on manual runs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069079"/>
            <a:ext cx="274320" cy="2743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4069079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69079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pandas.read_csv (latin-1) → drop Unnamed: columns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498848"/>
            <a:ext cx="274320" cy="2743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4988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49884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Strip UTF-8 BOM from column names (ï»¿ → clean)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928616"/>
            <a:ext cx="274320" cy="2743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492861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F1117"/>
                </a:solidFill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928616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@dp.table creates a DLT managed table per 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371600"/>
            <a:ext cx="5943600" cy="20116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D7F32"/>
                </a:solidFill>
              </a:rPr>
              <a:t>Ingested Tables (17)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1920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dim_customers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1920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dim_products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22677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fact_sales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22677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cust_info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26151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cust_az12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26151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loc_a101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9320" y="29626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prd_info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29626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px_cat_g1v2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9320" y="3310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sales_details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3310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annual_enterprise_survey…(×2)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business_operations…(×3)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3657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C0"/>
                </a:solidFill>
              </a:rPr>
              <a:t>• meets (new)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520440"/>
            <a:ext cx="5943600" cy="21945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7220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D7F32"/>
                </a:solidFill>
              </a:rPr>
              <a:t>Safeguards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4069080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B429"/>
                </a:solidFill>
              </a:rPr>
              <a:t>✓  Metastore quota 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406908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Stops if &gt;= 490 tables in metastore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398264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B429"/>
                </a:solidFill>
              </a:rPr>
              <a:t>✓  Multi-file push support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41080" y="4398264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Space-separated changed_files handled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472744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B429"/>
                </a:solidFill>
              </a:rPr>
              <a:t>✓  BOM stripping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1080" y="4727448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ï»¿ prefix removed from column names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5056632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B429"/>
                </a:solidFill>
              </a:rPr>
              <a:t>✓  Unnamed: columns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41080" y="5056632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Pandas trailing empty columns dropped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5385816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B429"/>
                </a:solidFill>
              </a:rPr>
              <a:t>✓  Rate limit handling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41080" y="5385816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GitHub API 403 → RuntimeError raised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A0A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Silver Transformations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Pipeline: silver_transformations  ·  DLT Materialized Views  ·  dataingestionproject.silver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13716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7589520" cy="44805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0A8C0"/>
                </a:solidFill>
              </a:rPr>
              <a:t>Transformation Rules Applied to Every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73152" cy="4572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B429"/>
                </a:solidFill>
              </a:rPr>
              <a:t>Date Standardization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standardize_date() — coalesces yyyy-MM-dd / MM/dd/yyyy / dd/MM/yyyy → dd/MM/yyyy string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523744"/>
            <a:ext cx="73152" cy="45720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52374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C9FF"/>
                </a:solidFill>
              </a:rPr>
              <a:t>Gender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98064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standardize_gender() — F/Female → 'Female', M/Male → 'Male', else NULL (rows dropped)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27248"/>
            <a:ext cx="73152" cy="45720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7F32"/>
                </a:solidFill>
              </a:rPr>
              <a:t>String Cleaning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1568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clean_string() — F.trim(F.regexp_replace(col, r'\s+', ' ')) on all string columns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730752"/>
            <a:ext cx="73152" cy="457200"/>
          </a:xfrm>
          <a:prstGeom prst="rect">
            <a:avLst/>
          </a:prstGeom>
          <a:solidFill>
            <a:srgbClr val="6E7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73075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7BF0"/>
                </a:solidFill>
              </a:rPr>
              <a:t>Null Key Filtering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05072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Rows with NULL in primary-key columns (id, key, number) are dropped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34256"/>
            <a:ext cx="73152" cy="457200"/>
          </a:xfrm>
          <a:prstGeom prst="rect">
            <a:avLst/>
          </a:prstGeom>
          <a:solidFill>
            <a:srgbClr val="A0A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334256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A8C0"/>
                </a:solidFill>
              </a:rPr>
              <a:t>Critical Metric Nulls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0857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Rows with NULL in business-critical numeric columns (amounts, quantities) dropped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937760"/>
            <a:ext cx="73152" cy="457200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0A8"/>
                </a:solidFill>
              </a:rPr>
              <a:t>AI-Generated Transforms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New bronze tables with no silver counterpart → Llama 3.3 generates smart @dp.materialized_view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371600"/>
            <a:ext cx="3749039" cy="44805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1463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0A8C0"/>
                </a:solidFill>
              </a:rPr>
              <a:t>Data Quality Impact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057400"/>
            <a:ext cx="3474720" cy="64008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dim_customers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31343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18,484 → 18,469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49631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15 nulls removed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2807208"/>
            <a:ext cx="3474720" cy="64008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2852927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fact_sales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063239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60,398 → 60,379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24612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19 bad dates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557015"/>
            <a:ext cx="3474720" cy="64008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0" y="3602735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dim_products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81304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295 → 295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995927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no issues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306824"/>
            <a:ext cx="3474720" cy="64008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43525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cust_info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56285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B429"/>
                </a:solidFill>
              </a:rPr>
              <a:t>filtered nulls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74573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gender cleaned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8C0"/>
                </a:solidFill>
              </a:rPr>
              <a:t>17 silver tables  ·  All views named silver_v2_&lt;tablename&gt;  ·  DLT incremental refresh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E7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Agent — Smart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Model: databricks-meta-llama-3-3-70b-instruct  ·  Databricks Foundation Model API  ·  No external API key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13716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15087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457200" cy="36576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4447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D7F32"/>
                </a:solidFill>
              </a:rPr>
              <a:t>Silver Gap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Finds bronze tables with no silver counterpart → calls Llama to write
@dp.materialized_view cleaning code → appends to silver notebook → triggers silver DLT refresh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669280" cy="15087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457200" cy="36576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4447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59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B429"/>
                </a:solidFill>
              </a:rPr>
              <a:t>Gold Gap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874519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Checks catalog + SQL file for uncovered silver tables → Llama generates 2-4 gold SQL views
per table with quality validation (semicolons, no lateral alias, unique names)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44952"/>
            <a:ext cx="5669280" cy="15087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044952"/>
            <a:ext cx="457200" cy="36576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0723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0906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C9FF"/>
                </a:solidFill>
              </a:rPr>
              <a:t>Cross-Table Joins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5021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Asks Llama if new tables share a key with existing gold views → suggests at most 2
cross-table analytical views (e.g. sales joined to customer demographics)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044952"/>
            <a:ext cx="5669280" cy="15087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044952"/>
            <a:ext cx="457200" cy="365760"/>
          </a:xfrm>
          <a:prstGeom prst="rect">
            <a:avLst/>
          </a:prstGeom>
          <a:solidFill>
            <a:srgbClr val="6E7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07238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30906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7BF0"/>
                </a:solidFill>
              </a:rPr>
              <a:t>Selective Gold Refresh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350215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Uses full_refresh_selection API to refresh ONLY the newly added views (2-5)
instead of all 75 views → reduces gold refresh from ~10 min to ~60 sec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72584"/>
            <a:ext cx="5669280" cy="15087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672584"/>
            <a:ext cx="457200" cy="365760"/>
          </a:xfrm>
          <a:prstGeom prst="rect">
            <a:avLst/>
          </a:prstGeom>
          <a:solidFill>
            <a:srgbClr val="A0A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47000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7183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A8C0"/>
                </a:solidFill>
              </a:rPr>
              <a:t>Dashboard Update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12978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Smart-updates 5 Lakeview dashboards (budget: 8 widgets/domain, 30 total)
Only adds widgets for new views — never overwrites existing ones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672584"/>
            <a:ext cx="5669280" cy="150876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17920" y="4672584"/>
            <a:ext cx="457200" cy="365760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470001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117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471830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0A8"/>
                </a:solidFill>
              </a:rPr>
              <a:t>GitHub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5129784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Exports updated silver notebook + gold SQL from Databricks workspace
Commits them to GitHub via API so local repo stays in sync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B429"/>
                </a:solidFill>
              </a:rPr>
              <a:t>Early exit: if no new tables detected → skips all steps and exits in &lt;5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Gold Analytics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75 Materialized Views  ·  4 Business Domains  ·  dataingestionproject.gold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07008"/>
            <a:ext cx="12188952" cy="13716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2103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669280" cy="365760"/>
          </a:xfrm>
          <a:prstGeom prst="rect">
            <a:avLst/>
          </a:prstGeom>
          <a:solidFill>
            <a:srgbClr val="6E7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4721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</a:rPr>
              <a:t>Customer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gold_customer_summary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gold_customer_demographics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323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gold_customer_lifetime_value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gold_customers_by_country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443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gold_cust_info_*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04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gold_loc_a101_by_country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669280" cy="2103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417320"/>
            <a:ext cx="5669280" cy="36576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14721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</a:rPr>
              <a:t>Product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gold_product_summary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7627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gold_products_by_category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3230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gold_products_by_subcategory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88336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gold_prd_info_summary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94436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gold_px_cat_*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gold_prd_info_by_line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49039"/>
            <a:ext cx="5669280" cy="2103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749039"/>
            <a:ext cx="5669280" cy="36576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79" y="3803903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</a:rPr>
              <a:t>Sales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51959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gold_sales_summary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0799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gold_monthly_sales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64023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gold_sales_by_country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20055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gold_sales_by_category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7608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gold_order_fulfillment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53212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gold_top_customers/products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49039"/>
            <a:ext cx="5669280" cy="210312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3749039"/>
            <a:ext cx="5669280" cy="36576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3803903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117"/>
                </a:solidFill>
              </a:rPr>
              <a:t>Survey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251959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gold_enterprise_survey_*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07992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gold_business_finance_*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64023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gold_climate_*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020055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gold_survey_*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276088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gold_student_performance_*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32120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• gold_automobile_*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0B429"/>
                </a:solidFill>
              </a:rPr>
              <a:t>Selective refresh: only newly added views are refreshed per run  ·  UC quota: 490-table guard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Performance &amp; Architecture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88952" cy="13716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7548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C9FF"/>
                </a:solidFill>
              </a:rPr>
              <a:t>Job Timing — Before vs After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0A8"/>
                </a:solidFill>
              </a:rP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6916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0A8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916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0A8"/>
                </a:solidFill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D7F32"/>
                </a:solidFill>
              </a:rPr>
              <a:t>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0574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~120s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~72s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C0"/>
                </a:solidFill>
              </a:rP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7157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~172s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7157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~172s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7413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7BF0"/>
                </a:solidFill>
              </a:rPr>
              <a:t>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3741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~100s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3741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~348s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325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B429"/>
                </a:solidFill>
              </a:rPr>
              <a:t>Gold (DLT)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0325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~675s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032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inside 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645152"/>
            <a:ext cx="5212080" cy="6858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6908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6908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0A8"/>
                </a:solidFill>
              </a:rPr>
              <a:t>~18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690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B429"/>
                </a:solidFill>
              </a:rPr>
              <a:t>~10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097280"/>
            <a:ext cx="5943600" cy="4754880"/>
          </a:xfrm>
          <a:prstGeom prst="rect">
            <a:avLst/>
          </a:prstGeom>
          <a:solidFill>
            <a:srgbClr val="1A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C9FF"/>
                </a:solidFill>
              </a:rPr>
              <a:t>Key Architecture Decisions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691640"/>
            <a:ext cx="64008" cy="411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16916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B429"/>
                </a:solidFill>
              </a:rPr>
              <a:t>Selective gold refresh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9476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full_refresh_selection refreshes 2-5 new views instead of all 75 → saves ~600s per 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286000"/>
            <a:ext cx="64008" cy="411480"/>
          </a:xfrm>
          <a:prstGeom prst="rect">
            <a:avLst/>
          </a:prstGeom>
          <a:solidFill>
            <a:srgbClr val="6E7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22860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7BF0"/>
                </a:solidFill>
              </a:rPr>
              <a:t>Agent controls gold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5420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Gold DLT task removed from job; agent triggers selectively and waits for completion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880360"/>
            <a:ext cx="64008" cy="41148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288036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D7F32"/>
                </a:solidFill>
              </a:rPr>
              <a:t>Incremental bronze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1363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changed_files param filters to only new CSVs; full re-ingestion only on manual runs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474720"/>
            <a:ext cx="64008" cy="411480"/>
          </a:xfrm>
          <a:prstGeom prst="rect">
            <a:avLst/>
          </a:prstGeom>
          <a:solidFill>
            <a:srgbClr val="A0A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347472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C0"/>
                </a:solidFill>
              </a:rPr>
              <a:t>Early exit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73075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Agent exits in &lt;5s if no new tables detected — zero wasted compute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069080"/>
            <a:ext cx="64008" cy="411480"/>
          </a:xfrm>
          <a:prstGeom prst="rect">
            <a:avLst/>
          </a:prstGeom>
          <a:solidFill>
            <a:srgbClr val="8B90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0" y="406908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0A8"/>
                </a:solidFill>
              </a:rPr>
              <a:t>Metastore quota guard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251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Both bronze and agent check system.information_schema.tables before creating objects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4663440"/>
            <a:ext cx="64008" cy="411480"/>
          </a:xfrm>
          <a:prstGeom prst="rect">
            <a:avLst/>
          </a:prstGeom>
          <a:solidFill>
            <a:srgbClr val="4A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466344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9FF"/>
                </a:solidFill>
              </a:rPr>
              <a:t>GitHub auto-sync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91947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Agent commits updated silver/gold files to GitHub after each run via GitHub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5257800"/>
            <a:ext cx="64008" cy="411480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5257800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B429"/>
                </a:solidFill>
              </a:rPr>
              <a:t>SQL quality 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5138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0A8"/>
                </a:solidFill>
              </a:rPr>
              <a:t>Post-generation checks: semicolons, no duplicate names, no lateral alias in WINDOW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e753c2c-bb14-4786-921b-97c6a6fc424f}" enabled="1" method="Standard" siteId="{3bd97919-57c3-48d3-9e9a-8e4c01614a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</Words>
  <Application>Microsoft Office PowerPoint</Application>
  <PresentationFormat>Custom</PresentationFormat>
  <Paragraphs>195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Ratiu, Eric-Valeriu</cp:lastModifiedBy>
  <cp:revision>1</cp:revision>
  <dcterms:created xsi:type="dcterms:W3CDTF">2013-01-27T09:14:16Z</dcterms:created>
  <dcterms:modified xsi:type="dcterms:W3CDTF">2026-07-28T13:31:54Z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</Properties>
</file>